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726"/>
  </p:normalViewPr>
  <p:slideViewPr>
    <p:cSldViewPr snapToGrid="0">
      <p:cViewPr varScale="1">
        <p:scale>
          <a:sx n="120" d="100"/>
          <a:sy n="120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CF55D-0888-93B0-8CF3-AB9632B37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D04E10-52E7-95F0-6570-81AD0896F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2CC67-EF7A-FBE5-F543-213F4FA1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BF4-0523-A248-A670-ECEDF0F90FB4}" type="datetimeFigureOut">
              <a:rPr lang="en-US" smtClean="0"/>
              <a:t>7/25/25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D54F3-371C-9002-0956-8B8E7272A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1F0FA-32F6-9F98-91E2-683C76831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3AC9-EF46-4C42-A400-212A8FF1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73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D80E1-636B-DE0F-C61F-E389D2CCB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5A9C4-9047-93A2-75C4-F1DC9ED27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0625E-88AD-6DDB-63FC-15BB94E34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BF4-0523-A248-A670-ECEDF0F90FB4}" type="datetimeFigureOut">
              <a:rPr lang="en-US" smtClean="0"/>
              <a:t>7/25/25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780E6-7B25-D820-C688-44DFA36A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C0D27-420C-16BE-EC03-FF4F90185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3AC9-EF46-4C42-A400-212A8FF1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2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1EE95-26AD-0FAE-386E-5EE89FBC4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4E1C0-C419-B5EC-459C-E68F4F83F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AEB05-276D-9464-0055-77DF141C1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BF4-0523-A248-A670-ECEDF0F90FB4}" type="datetimeFigureOut">
              <a:rPr lang="en-US" smtClean="0"/>
              <a:t>7/25/25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CD2B6-B269-F8BA-87AE-395B0AC50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6A801-908C-3CEF-E78A-B9A8880D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3AC9-EF46-4C42-A400-212A8FF1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30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C942-9A11-6EAB-579D-3B4B758F0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A8BB6-6637-3203-C2A1-862E2D9A37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72F8D-220B-AFF2-D7F9-8A7267916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BC803-5B69-A64B-A216-66C521512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BF4-0523-A248-A670-ECEDF0F90FB4}" type="datetimeFigureOut">
              <a:rPr lang="en-US" smtClean="0"/>
              <a:t>7/25/25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616C5-6478-304F-5CB6-354431983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387B3-C6FC-E51C-04DD-E10574392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3AC9-EF46-4C42-A400-212A8FF1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93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D263-BC2D-6AB2-0FBF-A82E02B35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4E11B-258B-34D0-AFEA-2C00B51E1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535A6-FA23-C1BC-FB90-15CA40284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B3EEB8-42CF-FA89-F0AF-677966A19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D4F1EA-7C76-747E-3B6D-A72E6665E4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6D2E2-2A53-35BF-75B3-0DC7405AF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BF4-0523-A248-A670-ECEDF0F90FB4}" type="datetimeFigureOut">
              <a:rPr lang="en-US" smtClean="0"/>
              <a:t>7/25/25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F3EE13-F01C-5B6B-589F-9FABA4132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C41401-EB8C-DD03-3983-298EBAE6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3AC9-EF46-4C42-A400-212A8FF1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8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38EAA-3286-3797-1077-684607351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A7DAB1-839F-9E82-8E92-853DC403F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BF4-0523-A248-A670-ECEDF0F90FB4}" type="datetimeFigureOut">
              <a:rPr lang="en-US" smtClean="0"/>
              <a:t>7/25/25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F7074-DC46-A94C-3625-CF4568942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F32B-4E4E-F417-071D-A8C2DFFF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3AC9-EF46-4C42-A400-212A8FF1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21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DDE920-C296-D905-BCCA-804140B2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BF4-0523-A248-A670-ECEDF0F90FB4}" type="datetimeFigureOut">
              <a:rPr lang="en-US" smtClean="0"/>
              <a:t>7/25/25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923F72-83A0-2184-967E-C45CF9EBC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25B6A-A66C-4DCE-2EBB-4CA4874D5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3AC9-EF46-4C42-A400-212A8FF1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100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3953-ED14-0DD2-8A26-AED94B0B8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E9261-9DD2-33FE-B5A9-DC65000D6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F1963-81C7-1941-A1E4-3E3D53964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4C66B-3D5C-3869-964F-83C8BFDEE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BF4-0523-A248-A670-ECEDF0F90FB4}" type="datetimeFigureOut">
              <a:rPr lang="en-US" smtClean="0"/>
              <a:t>7/25/25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C428A-A1C5-33E6-9E0A-1F84343F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A8197-A6E7-B235-6B0D-C2780B0F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3AC9-EF46-4C42-A400-212A8FF1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2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12A80-73A8-74F1-0CF9-3C1A46E93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168652-AA7F-982D-8A65-5E27C5888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4793C7-B565-342E-EEFB-9B573B28C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BD6DC-26BA-6A30-4CA7-62FBC0DC2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BF4-0523-A248-A670-ECEDF0F90FB4}" type="datetimeFigureOut">
              <a:rPr lang="en-US" smtClean="0"/>
              <a:t>7/25/25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95FEB-8DB8-62D0-6DD9-0DE218669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E7802-4D90-8F31-F62B-BCE73C9EF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3AC9-EF46-4C42-A400-212A8FF1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00C96-3465-B61C-5B3D-E934AE9E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D6C94-F15C-E615-85AD-1AA6907EB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D583B-D3E2-49DC-272F-F32712046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BF4-0523-A248-A670-ECEDF0F90FB4}" type="datetimeFigureOut">
              <a:rPr lang="en-US" smtClean="0"/>
              <a:t>7/25/25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1EE95-6104-99CF-A8F2-97B0A821C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0B514-2F79-1EA4-4D8C-FDF68415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3AC9-EF46-4C42-A400-212A8FF1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66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F3CC65-A82A-235A-E0AC-7C54030823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BC596C-59A6-77FA-E7D0-E33CA317A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4DD64-6270-EB80-CD39-86F495CDF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BF4-0523-A248-A670-ECEDF0F90FB4}" type="datetimeFigureOut">
              <a:rPr lang="en-US" smtClean="0"/>
              <a:t>7/25/25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67326-5A30-0AD8-3A28-CD20606EA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AE66B-F44A-99F3-DCCF-E0DDA747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3AC9-EF46-4C42-A400-212A8FF1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44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313868-2B14-D6AC-6F78-39ECA86D2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FA517-B4A4-EC44-657D-697A7B64C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6F3F4-E0FC-B7B9-D918-26A722323E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75BF4-0523-A248-A670-ECEDF0F90FB4}" type="datetimeFigureOut">
              <a:rPr lang="en-US" smtClean="0"/>
              <a:t>7/25/25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62DF5-8B97-B89F-3917-E7BEEFDF1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29E25-001B-B230-6925-3B0AFB5DF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9E3AC9-EF46-4C42-A400-212A8FF1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322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agrikymk/Jax-ReaxF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download.nvidia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0039-504B-269B-9CB5-8C27C23A63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JaxLib</a:t>
            </a:r>
            <a:r>
              <a:rPr lang="en-US" dirty="0"/>
              <a:t> Install Perlmutter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CD5167-73DC-BD06-1239-4F124830AE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1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62FB-6ADD-A2D0-69FB-543D595AE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Conda</a:t>
            </a:r>
            <a:r>
              <a:rPr lang="en-US" dirty="0"/>
              <a:t>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C14B2-8652-F05E-8B28-D47BBCF5B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Creating the </a:t>
            </a:r>
            <a:r>
              <a:rPr lang="en-US" dirty="0" err="1"/>
              <a:t>conda</a:t>
            </a:r>
            <a:r>
              <a:rPr lang="en-US" dirty="0"/>
              <a:t> environment</a:t>
            </a:r>
          </a:p>
          <a:p>
            <a:pPr lvl="1"/>
            <a:r>
              <a:rPr lang="en-US" dirty="0" err="1"/>
              <a:t>Conda</a:t>
            </a:r>
            <a:r>
              <a:rPr lang="en-US" dirty="0"/>
              <a:t> create –p {PATH} python=3.12</a:t>
            </a:r>
          </a:p>
          <a:p>
            <a:r>
              <a:rPr lang="en-US" dirty="0"/>
              <a:t>Activate environment and get GPU </a:t>
            </a:r>
            <a:r>
              <a:rPr lang="en-US" dirty="0" err="1"/>
              <a:t>Jaxlib</a:t>
            </a:r>
            <a:endParaRPr lang="en-US" dirty="0"/>
          </a:p>
          <a:p>
            <a:pPr lvl="1"/>
            <a:r>
              <a:rPr lang="en-US" dirty="0"/>
              <a:t>Using </a:t>
            </a:r>
            <a:r>
              <a:rPr lang="en-US" dirty="0" err="1"/>
              <a:t>conda</a:t>
            </a:r>
            <a:r>
              <a:rPr lang="en-US" dirty="0"/>
              <a:t> pip: pip install –U “</a:t>
            </a:r>
            <a:r>
              <a:rPr lang="en-US" dirty="0" err="1"/>
              <a:t>jax</a:t>
            </a:r>
            <a:r>
              <a:rPr lang="en-US" dirty="0"/>
              <a:t>[cuda12]”</a:t>
            </a:r>
          </a:p>
          <a:p>
            <a:r>
              <a:rPr lang="en-US" dirty="0"/>
              <a:t>Clone Jax-</a:t>
            </a:r>
            <a:r>
              <a:rPr lang="en-US" dirty="0" err="1"/>
              <a:t>ReaxFF</a:t>
            </a:r>
            <a:r>
              <a:rPr lang="en-US" dirty="0"/>
              <a:t> repo:</a:t>
            </a:r>
          </a:p>
          <a:p>
            <a:pPr lvl="1"/>
            <a:r>
              <a:rPr lang="en-US" dirty="0"/>
              <a:t>git clone </a:t>
            </a:r>
            <a:r>
              <a:rPr lang="en-US" dirty="0">
                <a:hlinkClick r:id="rId2"/>
              </a:rPr>
              <a:t>https://github.com/cagrikymk/Jax-ReaxFF</a:t>
            </a:r>
            <a:endParaRPr lang="en-US" dirty="0"/>
          </a:p>
          <a:p>
            <a:pPr lvl="1"/>
            <a:r>
              <a:rPr lang="en-US" dirty="0"/>
              <a:t>cd Jax-</a:t>
            </a:r>
            <a:r>
              <a:rPr lang="en-US" dirty="0" err="1"/>
              <a:t>ReaxFF</a:t>
            </a:r>
            <a:endParaRPr lang="en-US" dirty="0"/>
          </a:p>
          <a:p>
            <a:pPr lvl="1"/>
            <a:r>
              <a:rPr lang="en-US" dirty="0"/>
              <a:t>pip install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20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40035-E4D7-1284-B8FF-53CD3C4D5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Cuda</a:t>
            </a:r>
            <a:r>
              <a:rPr lang="en-US" dirty="0"/>
              <a:t> 12.5 on Perlmutter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0E926-9C1F-6E63-8DD6-8D0A83445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Get Cuda 12.5 from NVIDIA (or other version compatible with </a:t>
            </a:r>
            <a:r>
              <a:rPr lang="en-US" dirty="0" err="1"/>
              <a:t>JaxReaxFF</a:t>
            </a:r>
            <a:r>
              <a:rPr lang="en-US" dirty="0"/>
              <a:t>)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effectLst/>
              </a:rPr>
              <a:t>wget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hlinkClick r:id="rId2"/>
              </a:rPr>
              <a:t>https://developer.download.nvidia.com/</a:t>
            </a:r>
            <a:r>
              <a:rPr lang="en-US" dirty="0">
                <a:solidFill>
                  <a:srgbClr val="000000"/>
                </a:solidFill>
                <a:effectLst/>
              </a:rPr>
              <a:t>...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Make sure the Linux distribution is compatible with your system (SLES for Perlmutter)</a:t>
            </a:r>
            <a:endParaRPr lang="en-US" dirty="0">
              <a:solidFill>
                <a:srgbClr val="000000"/>
              </a:solidFill>
              <a:effectLst/>
            </a:endParaRPr>
          </a:p>
          <a:p>
            <a:r>
              <a:rPr lang="en-US" dirty="0">
                <a:solidFill>
                  <a:srgbClr val="000000"/>
                </a:solidFill>
              </a:rPr>
              <a:t>Install without </a:t>
            </a:r>
            <a:r>
              <a:rPr lang="en-US" dirty="0" err="1">
                <a:solidFill>
                  <a:srgbClr val="000000"/>
                </a:solidFill>
              </a:rPr>
              <a:t>sudo</a:t>
            </a:r>
            <a:r>
              <a:rPr lang="en-US" dirty="0">
                <a:solidFill>
                  <a:srgbClr val="000000"/>
                </a:solidFill>
                <a:effectLst/>
              </a:rPr>
              <a:t>: ./cuda_12.5.1_555.42.06_linux.run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Do not install the driver using the GUI (requires root privileges), only the toolkit. Specify a path that exists in the options, because you likely don’t have access to the default installation location</a:t>
            </a:r>
          </a:p>
          <a:p>
            <a:endParaRPr lang="en-US" dirty="0">
              <a:solidFill>
                <a:srgbClr val="000000"/>
              </a:solidFill>
              <a:effectLst/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92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5D2CF30-0B56-FF8D-C0E7-5C4B3A5B2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829" y="99848"/>
            <a:ext cx="4568933" cy="651115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9008BE2-5C05-8666-C3A1-EEFB9E8C5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submission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DB77C9A-E162-9D8D-D28A-FCE60E78E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Activate the </a:t>
            </a:r>
            <a:r>
              <a:rPr lang="en-US" dirty="0" err="1"/>
              <a:t>conda</a:t>
            </a:r>
            <a:r>
              <a:rPr lang="en-US" dirty="0"/>
              <a:t> environment within the script after purging the defaults (this gets rid CUDA natively loaded by the system)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to specify the CUDA version and where it is located with CUDA_HOME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the CUDA version’s library to the LD_LIBRARY_PATH variable</a:t>
            </a:r>
          </a:p>
        </p:txBody>
      </p:sp>
    </p:spTree>
    <p:extLst>
      <p:ext uri="{BB962C8B-B14F-4D97-AF65-F5344CB8AC3E}">
        <p14:creationId xmlns:p14="http://schemas.microsoft.com/office/powerpoint/2010/main" val="388737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26641</TotalTime>
  <Words>203</Words>
  <Application>Microsoft Macintosh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JaxLib Install Perlmutter</vt:lpstr>
      <vt:lpstr>Conda environment</vt:lpstr>
      <vt:lpstr>Installing Cuda 12.5 on Perlmutter</vt:lpstr>
      <vt:lpstr>Example submission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Morelock, Ryan</dc:creator>
  <cp:lastModifiedBy>Morelock, Ryan</cp:lastModifiedBy>
  <cp:revision>6</cp:revision>
  <dcterms:created xsi:type="dcterms:W3CDTF">2024-06-10T18:52:16Z</dcterms:created>
  <dcterms:modified xsi:type="dcterms:W3CDTF">2025-07-25T14:14:44Z</dcterms:modified>
</cp:coreProperties>
</file>